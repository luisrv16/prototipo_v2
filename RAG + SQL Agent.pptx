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A4923-CFCA-6D86-04E9-004C755D4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BA9622-C3F3-34DC-0B10-407389AAD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0BBFC-A2F0-3902-F020-7CE82257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C5637B-E9B3-8815-6CD5-12DF1128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F425D2-B843-C094-4843-E942AF14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524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A4955-30FD-AE89-D95C-E4A291230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372857-E83A-36FD-7B3F-1694F1532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49268B-642F-1F78-ECD3-C1BFDAFA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83EB09-A52E-8F9F-C7C8-2AFB02A0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A824C3-3195-CD0A-0FE6-ACF67FFF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391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59C4C-3E6B-9FA9-640A-EFABEBE9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E24297-01CF-6FC1-F896-50C78C605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F351D9-A20C-9604-09B0-1E53D62F3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A7D444-0F1E-C404-8742-92E254D0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9B79B8-675D-7684-3FE0-E3E2B412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617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B39D3-E7B5-ACDE-00B1-FC459A10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6FF658-8ADA-F310-D092-3553C5155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DCF0F0-7245-6013-35C5-F32BA180D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73761B-C03A-ACE2-944F-D03E68FA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72F9ED-9B4E-0E71-23A9-EB44CE53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F490EA-5DF6-7EFE-45FF-54028CAC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677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89EA7-DD0C-5989-2189-A2641819D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80B03D-F235-038B-A681-5C7BB0291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20E728-47B8-3547-9960-15CFC43DC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62E12B-4365-F6C8-BA55-DB144F237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2464FC-FAFD-65C2-F136-BF5E90BBF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754309-A5CE-BA4F-F34E-43EB18B0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96F461-2752-222E-8DC3-67486112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4DDD90-8569-746D-A8D9-1F7B9FAC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45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13F63-CB22-B9BA-12AD-255FBAEA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E1650-6C04-3774-95AC-585C0215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206419-AEF2-2DE5-9E7A-AFF5A3B7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2DE877-147B-5D76-771F-62C23889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846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CB4F7D-808F-8879-A774-41560FC7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C5C7AA-FECB-D4F6-0110-7A3E0BDE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BD2B4-C31D-C080-8803-9A8C2D84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286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198D9-8C2A-CDF4-60B6-D2D0E91A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6389A2-344E-30EF-C6B5-5F503EDBD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7D6E48-3960-01D6-D903-8B063FAC2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225E59-F542-0097-37FF-AF184DA6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90BDC6-C0CE-2FD4-EC3C-C55BC7C0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045D12-348F-0315-D3F0-2E14204E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569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8664D-417F-343D-3B37-D7765F97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07941E-AC4A-ADE6-5878-172935A23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8A9255-93D9-58E9-2F35-6D0CDE084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5B6BAF-615B-C1D2-BFFF-27F3D69D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31499B-9FFF-F8AF-04C1-4E6A9127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27CF65-E2FD-F0FC-9A81-6F1A621C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015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E9FB2-41D6-C636-653F-A61EFD8C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2A5865-F316-C162-91BB-13538FF64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B3688C-10A5-E2DB-3AD3-091A167A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5D57F3-B3E4-28F5-9E7B-9C13B2706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73891E-BC96-33CF-176F-00BD52C1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955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E293B6-9063-F45F-CB46-0963DF787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6BE517-726D-9A79-2F3E-6C7B9DBBE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8768C-6D3A-9D44-59A9-139DDC33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D23476-6226-5957-EBAE-10C5A1E1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E9E266-C820-0940-D268-F2174B4C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373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FECA2C-4ED3-B7B2-571A-7FE8BC95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526892-AC44-014A-ACB4-EE46742B8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4A17EA-C003-634F-6F70-68C388CE5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AD472-7324-490D-BBCB-319715E0A0B6}" type="datetimeFigureOut">
              <a:rPr lang="es-MX" smtClean="0"/>
              <a:t>20/01/2026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EF3E85-4969-9935-0BC0-42C020CDC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456776-FD9E-D2AF-7D3A-B2D247B87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6FBD7-976B-4DC7-BB67-CF82FB9068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546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6BEA6-833D-7F01-D35B-2412DF7C8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1087437"/>
          </a:xfrm>
        </p:spPr>
        <p:txBody>
          <a:bodyPr/>
          <a:lstStyle/>
          <a:p>
            <a:r>
              <a:rPr lang="en-US" dirty="0"/>
              <a:t>RAG + SQL Agent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FA594C-B49C-D593-911D-C63D8F6EB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2537" y="1919494"/>
            <a:ext cx="9686925" cy="3019012"/>
          </a:xfrm>
        </p:spPr>
        <p:txBody>
          <a:bodyPr>
            <a:normAutofit/>
          </a:bodyPr>
          <a:lstStyle/>
          <a:p>
            <a:r>
              <a:rPr lang="en-US" sz="3200" dirty="0"/>
              <a:t>El </a:t>
            </a:r>
            <a:r>
              <a:rPr lang="en-US" sz="3200" dirty="0" err="1"/>
              <a:t>propósito</a:t>
            </a:r>
            <a:r>
              <a:rPr lang="en-US" sz="3200" dirty="0"/>
              <a:t> de </a:t>
            </a:r>
            <a:r>
              <a:rPr lang="en-US" sz="3200" dirty="0" err="1"/>
              <a:t>este</a:t>
            </a:r>
            <a:r>
              <a:rPr lang="en-US" sz="3200" dirty="0"/>
              <a:t> </a:t>
            </a:r>
            <a:r>
              <a:rPr lang="en-US" sz="3200" dirty="0" err="1"/>
              <a:t>prototipo</a:t>
            </a:r>
            <a:r>
              <a:rPr lang="en-US" sz="3200" dirty="0"/>
              <a:t> es </a:t>
            </a:r>
            <a:r>
              <a:rPr lang="en-US" sz="3200" dirty="0" err="1"/>
              <a:t>hacer</a:t>
            </a:r>
            <a:r>
              <a:rPr lang="en-US" sz="3200" dirty="0"/>
              <a:t> </a:t>
            </a:r>
            <a:r>
              <a:rPr lang="en-US" sz="3200" dirty="0" err="1"/>
              <a:t>uso</a:t>
            </a:r>
            <a:r>
              <a:rPr lang="en-US" sz="3200" dirty="0"/>
              <a:t> del Sistema RAG </a:t>
            </a:r>
            <a:r>
              <a:rPr lang="en-US" sz="3200" dirty="0" err="1"/>
              <a:t>como</a:t>
            </a:r>
            <a:r>
              <a:rPr lang="en-US" sz="3200" dirty="0"/>
              <a:t> un ETL (Extract, Transform, Load) </a:t>
            </a:r>
            <a:r>
              <a:rPr lang="en-US" sz="3200" dirty="0" err="1"/>
              <a:t>el</a:t>
            </a:r>
            <a:r>
              <a:rPr lang="en-US" sz="3200" dirty="0"/>
              <a:t> </a:t>
            </a:r>
            <a:r>
              <a:rPr lang="en-US" sz="3200" dirty="0" err="1"/>
              <a:t>cual</a:t>
            </a:r>
            <a:r>
              <a:rPr lang="en-US" sz="3200" dirty="0"/>
              <a:t> </a:t>
            </a:r>
            <a:r>
              <a:rPr lang="en-US" sz="3200" dirty="0" err="1"/>
              <a:t>almacene</a:t>
            </a:r>
            <a:r>
              <a:rPr lang="en-US" sz="3200" dirty="0"/>
              <a:t>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datos</a:t>
            </a:r>
            <a:r>
              <a:rPr lang="en-US" sz="3200" dirty="0"/>
              <a:t> o </a:t>
            </a:r>
            <a:r>
              <a:rPr lang="en-US" sz="3200" dirty="0" err="1"/>
              <a:t>información</a:t>
            </a:r>
            <a:r>
              <a:rPr lang="en-US" sz="3200" dirty="0"/>
              <a:t> </a:t>
            </a:r>
            <a:r>
              <a:rPr lang="en-US" sz="3200" dirty="0" err="1"/>
              <a:t>requeridos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una</a:t>
            </a:r>
            <a:r>
              <a:rPr lang="en-US" sz="3200" dirty="0"/>
              <a:t> Base de Datos </a:t>
            </a:r>
            <a:r>
              <a:rPr lang="en-US" sz="3200" dirty="0" err="1"/>
              <a:t>Relacional</a:t>
            </a:r>
            <a:r>
              <a:rPr lang="en-US" sz="3200" dirty="0"/>
              <a:t> y </a:t>
            </a:r>
            <a:r>
              <a:rPr lang="en-US" sz="3200" dirty="0" err="1"/>
              <a:t>hacer</a:t>
            </a:r>
            <a:r>
              <a:rPr lang="en-US" sz="3200" dirty="0"/>
              <a:t> </a:t>
            </a:r>
            <a:r>
              <a:rPr lang="en-US" sz="3200" dirty="0" err="1"/>
              <a:t>uso</a:t>
            </a:r>
            <a:r>
              <a:rPr lang="en-US" sz="3200" dirty="0"/>
              <a:t> del </a:t>
            </a:r>
            <a:r>
              <a:rPr lang="en-US" sz="3200" dirty="0" err="1"/>
              <a:t>Agente</a:t>
            </a:r>
            <a:r>
              <a:rPr lang="en-US" sz="3200" dirty="0"/>
              <a:t> SQL </a:t>
            </a:r>
            <a:r>
              <a:rPr lang="en-US" sz="3200" dirty="0" err="1"/>
              <a:t>como</a:t>
            </a:r>
            <a:r>
              <a:rPr lang="en-US" sz="3200" dirty="0"/>
              <a:t> </a:t>
            </a:r>
            <a:r>
              <a:rPr lang="en-US" sz="3200" dirty="0" err="1"/>
              <a:t>el</a:t>
            </a:r>
            <a:r>
              <a:rPr lang="en-US" sz="3200" dirty="0"/>
              <a:t> motor y </a:t>
            </a:r>
            <a:r>
              <a:rPr lang="en-US" sz="3200" dirty="0" err="1"/>
              <a:t>agente</a:t>
            </a:r>
            <a:r>
              <a:rPr lang="en-US" sz="3200" dirty="0"/>
              <a:t> de </a:t>
            </a:r>
            <a:r>
              <a:rPr lang="en-US" sz="3200" dirty="0" err="1"/>
              <a:t>Preguntas</a:t>
            </a:r>
            <a:r>
              <a:rPr lang="en-US" sz="3200" dirty="0"/>
              <a:t> y </a:t>
            </a:r>
            <a:r>
              <a:rPr lang="en-US" sz="3200" dirty="0" err="1"/>
              <a:t>Respuestas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286385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BB7B-EC9A-14FF-F1F0-1F634CB5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44A5D-5AD4-CAD7-CC42-4AA51D699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1087437"/>
          </a:xfrm>
        </p:spPr>
        <p:txBody>
          <a:bodyPr/>
          <a:lstStyle/>
          <a:p>
            <a:r>
              <a:rPr lang="en-US" dirty="0"/>
              <a:t>RAG + SQL Agent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6254F9-FEEE-5737-AF6B-6906CCD25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656" y="2162620"/>
            <a:ext cx="5419344" cy="4210748"/>
          </a:xfrm>
        </p:spPr>
        <p:txBody>
          <a:bodyPr>
            <a:normAutofit fontScale="92500"/>
          </a:bodyPr>
          <a:lstStyle/>
          <a:p>
            <a:r>
              <a:rPr lang="en-US" sz="2800" b="1" dirty="0"/>
              <a:t>El Sistema RAG </a:t>
            </a:r>
            <a:r>
              <a:rPr lang="en-US" sz="2800" b="1" dirty="0" err="1"/>
              <a:t>como</a:t>
            </a:r>
            <a:r>
              <a:rPr lang="en-US" sz="2800" b="1" dirty="0"/>
              <a:t> ETL: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/>
              <a:t>Increíble</a:t>
            </a:r>
            <a:r>
              <a:rPr lang="en-US" sz="2800" dirty="0"/>
              <a:t> </a:t>
            </a:r>
            <a:r>
              <a:rPr lang="en-US" sz="2800" dirty="0" err="1"/>
              <a:t>capacidad</a:t>
            </a:r>
            <a:r>
              <a:rPr lang="en-US" sz="2800" dirty="0"/>
              <a:t> de </a:t>
            </a:r>
            <a:r>
              <a:rPr lang="en-US" sz="2800" dirty="0" err="1"/>
              <a:t>manejar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cantidad</a:t>
            </a:r>
            <a:r>
              <a:rPr lang="en-US" sz="2800" dirty="0"/>
              <a:t> </a:t>
            </a:r>
            <a:r>
              <a:rPr lang="en-US" sz="2800" dirty="0" err="1"/>
              <a:t>masiva</a:t>
            </a:r>
            <a:r>
              <a:rPr lang="en-US" sz="2800" dirty="0"/>
              <a:t> de </a:t>
            </a:r>
            <a:r>
              <a:rPr lang="en-US" sz="2800" dirty="0" err="1"/>
              <a:t>texto</a:t>
            </a:r>
            <a:r>
              <a:rPr lang="en-US" sz="2800" dirty="0"/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Capaz de responder </a:t>
            </a:r>
            <a:r>
              <a:rPr lang="en-US" sz="2800" dirty="0" err="1"/>
              <a:t>preguntas</a:t>
            </a:r>
            <a:r>
              <a:rPr lang="en-US" sz="2800" dirty="0"/>
              <a:t> de forma </a:t>
            </a:r>
            <a:r>
              <a:rPr lang="en-US" sz="2800" dirty="0" err="1"/>
              <a:t>eficiente</a:t>
            </a:r>
            <a:r>
              <a:rPr lang="en-US" sz="2800" dirty="0"/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2800" dirty="0"/>
              <a:t>No es muy eficaz para responder consultas donde se soliciten datos específicos cuando la Base de Conocimientos es relativamente grande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54591E6-B175-3637-1CAE-EA5173322258}"/>
              </a:ext>
            </a:extLst>
          </p:cNvPr>
          <p:cNvSpPr txBox="1">
            <a:spLocks/>
          </p:cNvSpPr>
          <p:nvPr/>
        </p:nvSpPr>
        <p:spPr>
          <a:xfrm>
            <a:off x="1524000" y="1444373"/>
            <a:ext cx="9144000" cy="62217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/>
              <a:t>Justificación</a:t>
            </a:r>
            <a:endParaRPr lang="es-MX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DF9AAD05-FDE0-8376-6B83-5685DF6CBE34}"/>
              </a:ext>
            </a:extLst>
          </p:cNvPr>
          <p:cNvSpPr txBox="1">
            <a:spLocks/>
          </p:cNvSpPr>
          <p:nvPr/>
        </p:nvSpPr>
        <p:spPr>
          <a:xfrm>
            <a:off x="6096000" y="2162620"/>
            <a:ext cx="5419344" cy="42107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/>
              <a:t>Agente</a:t>
            </a:r>
            <a:r>
              <a:rPr lang="en-US" sz="2800" b="1" dirty="0"/>
              <a:t> SQL </a:t>
            </a:r>
            <a:r>
              <a:rPr lang="en-US" sz="2800" b="1" dirty="0" err="1"/>
              <a:t>como</a:t>
            </a:r>
            <a:r>
              <a:rPr lang="en-US" sz="2800" b="1" dirty="0"/>
              <a:t> </a:t>
            </a:r>
            <a:r>
              <a:rPr lang="en-US" sz="2800" b="1" dirty="0" err="1"/>
              <a:t>Agente</a:t>
            </a:r>
            <a:r>
              <a:rPr lang="en-US" sz="2800" b="1" dirty="0"/>
              <a:t> Q&amp;A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Capaz de responder </a:t>
            </a:r>
            <a:r>
              <a:rPr lang="en-US" sz="2800" dirty="0" err="1"/>
              <a:t>preguntas</a:t>
            </a:r>
            <a:r>
              <a:rPr lang="en-US" sz="2800" dirty="0"/>
              <a:t> de forma </a:t>
            </a:r>
            <a:r>
              <a:rPr lang="en-US" sz="2800" dirty="0" err="1"/>
              <a:t>eficaz</a:t>
            </a:r>
            <a:r>
              <a:rPr lang="en-US" sz="2800" dirty="0"/>
              <a:t>, </a:t>
            </a:r>
            <a:r>
              <a:rPr lang="en-US" sz="2800" dirty="0" err="1"/>
              <a:t>incluso</a:t>
            </a:r>
            <a:r>
              <a:rPr lang="en-US" sz="2800" dirty="0"/>
              <a:t> con gran </a:t>
            </a:r>
            <a:r>
              <a:rPr lang="en-US" sz="2800" dirty="0" err="1"/>
              <a:t>cantidad</a:t>
            </a:r>
            <a:r>
              <a:rPr lang="en-US" sz="2800" dirty="0"/>
              <a:t> de </a:t>
            </a:r>
            <a:r>
              <a:rPr lang="en-US" sz="2800" dirty="0" err="1"/>
              <a:t>información</a:t>
            </a:r>
            <a:r>
              <a:rPr lang="en-US" sz="2800" dirty="0"/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Tiempo </a:t>
            </a:r>
            <a:r>
              <a:rPr lang="en-US" sz="2800" dirty="0" err="1"/>
              <a:t>corto</a:t>
            </a:r>
            <a:r>
              <a:rPr lang="en-US" sz="2800" dirty="0"/>
              <a:t> para </a:t>
            </a:r>
            <a:r>
              <a:rPr lang="en-US" sz="2800" dirty="0" err="1"/>
              <a:t>obtener</a:t>
            </a:r>
            <a:r>
              <a:rPr lang="en-US" sz="2800" dirty="0"/>
              <a:t> </a:t>
            </a:r>
            <a:r>
              <a:rPr lang="en-US" sz="2800" dirty="0" err="1"/>
              <a:t>respuestas</a:t>
            </a:r>
            <a:r>
              <a:rPr lang="en-US" sz="2800" dirty="0"/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/>
              <a:t>Facilidad</a:t>
            </a:r>
            <a:r>
              <a:rPr lang="en-US" sz="2800" dirty="0"/>
              <a:t> de </a:t>
            </a:r>
            <a:r>
              <a:rPr lang="en-US" sz="2800" dirty="0" err="1"/>
              <a:t>actualizar</a:t>
            </a:r>
            <a:r>
              <a:rPr lang="en-US" sz="2800" dirty="0"/>
              <a:t> la </a:t>
            </a:r>
            <a:r>
              <a:rPr lang="en-US" sz="2800" dirty="0" err="1"/>
              <a:t>información</a:t>
            </a:r>
            <a:r>
              <a:rPr lang="en-US" sz="2800" dirty="0"/>
              <a:t> </a:t>
            </a:r>
            <a:r>
              <a:rPr lang="en-US" sz="2800" dirty="0" err="1"/>
              <a:t>almacenada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la Base de Datos.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Es </a:t>
            </a:r>
            <a:r>
              <a:rPr lang="en-US" sz="2800" dirty="0" err="1"/>
              <a:t>posible</a:t>
            </a:r>
            <a:r>
              <a:rPr lang="en-US" sz="2800" dirty="0"/>
              <a:t> la </a:t>
            </a:r>
            <a:r>
              <a:rPr lang="en-US" sz="2800" dirty="0" err="1"/>
              <a:t>integración</a:t>
            </a:r>
            <a:r>
              <a:rPr lang="en-US" sz="2800" dirty="0"/>
              <a:t> de </a:t>
            </a:r>
            <a:r>
              <a:rPr lang="en-US" sz="2800" dirty="0" err="1"/>
              <a:t>distintas</a:t>
            </a:r>
            <a:r>
              <a:rPr lang="en-US" sz="2800" dirty="0"/>
              <a:t> Bases de Datos.</a:t>
            </a:r>
          </a:p>
        </p:txBody>
      </p:sp>
    </p:spTree>
    <p:extLst>
      <p:ext uri="{BB962C8B-B14F-4D97-AF65-F5344CB8AC3E}">
        <p14:creationId xmlns:p14="http://schemas.microsoft.com/office/powerpoint/2010/main" val="248777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F67A-CB7B-77AB-3FAA-BDEBB1DC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182AF6C5-8BFF-019A-C1F4-AA28967B5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6" t="21979" r="15606" b="63883"/>
          <a:stretch>
            <a:fillRect/>
          </a:stretch>
        </p:blipFill>
        <p:spPr>
          <a:xfrm>
            <a:off x="2519497" y="4410076"/>
            <a:ext cx="7552271" cy="21776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A8F1B17-5295-2EA4-A86C-BE41CE6E6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913"/>
            <a:ext cx="9144000" cy="10874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Arquitectura</a:t>
            </a:r>
            <a:r>
              <a:rPr lang="en-US" dirty="0"/>
              <a:t> RAG + SQL Agent</a:t>
            </a:r>
            <a:endParaRPr lang="es-MX" dirty="0"/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C79E9C71-0CC6-89AE-5BE8-C296BF7CB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5" t="6250" r="15804" b="78889"/>
          <a:stretch>
            <a:fillRect/>
          </a:stretch>
        </p:blipFill>
        <p:spPr>
          <a:xfrm>
            <a:off x="2519497" y="2006203"/>
            <a:ext cx="7520292" cy="2286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74FD3F59-07EC-13C0-3902-D740F716A52F}"/>
              </a:ext>
            </a:extLst>
          </p:cNvPr>
          <p:cNvSpPr txBox="1">
            <a:spLocks/>
          </p:cNvSpPr>
          <p:nvPr/>
        </p:nvSpPr>
        <p:spPr>
          <a:xfrm>
            <a:off x="3109911" y="1276350"/>
            <a:ext cx="5972175" cy="6119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Arquitectura</a:t>
            </a:r>
            <a:r>
              <a:rPr lang="en-US" sz="3600" dirty="0"/>
              <a:t> RAG</a:t>
            </a:r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40372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2D710-CCEB-01A1-B27A-3C341F276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35BC2E-38F4-8F44-AE60-54CF79F48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913"/>
            <a:ext cx="9144000" cy="10874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Arquitectura</a:t>
            </a:r>
            <a:r>
              <a:rPr lang="en-US" dirty="0"/>
              <a:t> RAG + SQL Agent</a:t>
            </a:r>
            <a:endParaRPr lang="es-MX" dirty="0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9E70F200-AFD2-AA8B-A90D-24DE2085D64E}"/>
              </a:ext>
            </a:extLst>
          </p:cNvPr>
          <p:cNvSpPr txBox="1">
            <a:spLocks/>
          </p:cNvSpPr>
          <p:nvPr/>
        </p:nvSpPr>
        <p:spPr>
          <a:xfrm>
            <a:off x="3109909" y="1462931"/>
            <a:ext cx="5972175" cy="6119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Arquitectura</a:t>
            </a:r>
            <a:r>
              <a:rPr lang="en-US" sz="3600" dirty="0"/>
              <a:t> ETL</a:t>
            </a:r>
            <a:endParaRPr lang="es-MX" sz="3600" dirty="0"/>
          </a:p>
        </p:txBody>
      </p: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F3FD3DB4-1FF6-9B86-7F5E-AC84C240B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0" t="37778" r="8924" b="47639"/>
          <a:stretch>
            <a:fillRect/>
          </a:stretch>
        </p:blipFill>
        <p:spPr>
          <a:xfrm>
            <a:off x="1459320" y="2261493"/>
            <a:ext cx="9273355" cy="23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74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25A9-30B4-31E6-8878-986DD558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CDADC-7393-A2CE-7EB3-D347CCFB9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913"/>
            <a:ext cx="9144000" cy="10874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Arquitectura</a:t>
            </a:r>
            <a:r>
              <a:rPr lang="en-US" dirty="0"/>
              <a:t> RAG + SQL Agent</a:t>
            </a:r>
            <a:endParaRPr lang="es-MX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C3CBD7E9-DE2C-6235-8FB3-66722CEEF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55139" r="6958" b="4444"/>
          <a:stretch>
            <a:fillRect/>
          </a:stretch>
        </p:blipFill>
        <p:spPr>
          <a:xfrm>
            <a:off x="1975778" y="1276350"/>
            <a:ext cx="8240444" cy="549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9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172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RAG + SQL Agent</vt:lpstr>
      <vt:lpstr>RAG + SQL Agent</vt:lpstr>
      <vt:lpstr>Arquitectura RAG + SQL Agent</vt:lpstr>
      <vt:lpstr>Arquitectura RAG + SQL Agent</vt:lpstr>
      <vt:lpstr>Arquitectura RAG + SQL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Ricardo Reyes Villar</dc:creator>
  <cp:lastModifiedBy>Luis Ricardo Reyes Villar</cp:lastModifiedBy>
  <cp:revision>1</cp:revision>
  <dcterms:created xsi:type="dcterms:W3CDTF">2026-01-21T02:35:23Z</dcterms:created>
  <dcterms:modified xsi:type="dcterms:W3CDTF">2026-01-21T04:28:44Z</dcterms:modified>
</cp:coreProperties>
</file>